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bd2842d11a4e3c" /><Relationship Type="http://schemas.openxmlformats.org/officeDocument/2006/relationships/extended-properties" Target="/docProps/app.xml" Id="R21ee92cd364f4130" /><Relationship Type="http://schemas.openxmlformats.org/officeDocument/2006/relationships/officeDocument" Target="/ppt/presentation.xml" Id="Rf82c944f4ffe4a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6f9d0eaf4146c0"/>
  </p:sldMasterIdLst>
  <p:notesMasterIdLst>
    <p:notesMasterId xmlns:r="http://schemas.openxmlformats.org/officeDocument/2006/relationships" r:id="R80cc1bf961574772"/>
  </p:notesMasterIdLst>
  <p:sldIdLst>
    <p:sldId xmlns:r="http://schemas.openxmlformats.org/officeDocument/2006/relationships" id="256" r:id="Rcd9f7e98e6244a14"/>
    <p:sldId xmlns:r="http://schemas.openxmlformats.org/officeDocument/2006/relationships" id="257" r:id="R694a1f7705e04404"/>
    <p:sldId xmlns:r="http://schemas.openxmlformats.org/officeDocument/2006/relationships" id="258" r:id="Recf9a306106749e6"/>
    <p:sldId xmlns:r="http://schemas.openxmlformats.org/officeDocument/2006/relationships" id="259" r:id="R67ad5abbd0eb4ce4"/>
    <p:sldId xmlns:r="http://schemas.openxmlformats.org/officeDocument/2006/relationships" id="260" r:id="Rd4ecb8c2ca2c4e3c"/>
    <p:sldId xmlns:r="http://schemas.openxmlformats.org/officeDocument/2006/relationships" id="261" r:id="R091a09beb4744ea5"/>
    <p:sldId xmlns:r="http://schemas.openxmlformats.org/officeDocument/2006/relationships" id="262" r:id="Rd65926c527e14e50"/>
    <p:sldId xmlns:r="http://schemas.openxmlformats.org/officeDocument/2006/relationships" id="263" r:id="Rd69ac01f4c344b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f4e49e86194057" /><Relationship Type="http://schemas.openxmlformats.org/officeDocument/2006/relationships/slideMaster" Target="/ppt/slideMasters/slideMaster1.xml" Id="Rb26f9d0eaf4146c0" /><Relationship Type="http://schemas.openxmlformats.org/officeDocument/2006/relationships/notesMaster" Target="/ppt/notesMasters/notesMaster1.xml" Id="R80cc1bf961574772" /><Relationship Type="http://schemas.openxmlformats.org/officeDocument/2006/relationships/presProps" Target="/ppt/presProps.xml" Id="Red7dfa623b7744e2" /><Relationship Type="http://schemas.openxmlformats.org/officeDocument/2006/relationships/tableStyles" Target="/ppt/tableStyles.xml" Id="R04a435eb45a54fe1" /><Relationship Type="http://schemas.openxmlformats.org/officeDocument/2006/relationships/slide" Target="/ppt/slides/slide1.xml" Id="Rcd9f7e98e6244a14" /><Relationship Type="http://schemas.openxmlformats.org/officeDocument/2006/relationships/slide" Target="/ppt/slides/slide2.xml" Id="R694a1f7705e04404" /><Relationship Type="http://schemas.openxmlformats.org/officeDocument/2006/relationships/slide" Target="/ppt/slides/slide3.xml" Id="Recf9a306106749e6" /><Relationship Type="http://schemas.openxmlformats.org/officeDocument/2006/relationships/slide" Target="/ppt/slides/slide4.xml" Id="R67ad5abbd0eb4ce4" /><Relationship Type="http://schemas.openxmlformats.org/officeDocument/2006/relationships/slide" Target="/ppt/slides/slide5.xml" Id="Rd4ecb8c2ca2c4e3c" /><Relationship Type="http://schemas.openxmlformats.org/officeDocument/2006/relationships/slide" Target="/ppt/slides/slide6.xml" Id="R091a09beb4744ea5" /><Relationship Type="http://schemas.openxmlformats.org/officeDocument/2006/relationships/slide" Target="/ppt/slides/slide7.xml" Id="Rd65926c527e14e50" /><Relationship Type="http://schemas.openxmlformats.org/officeDocument/2006/relationships/slide" Target="/ppt/slides/slide8.xml" Id="Rd69ac01f4c344b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dada91c40845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53224c856d4dd2" /><Relationship Type="http://schemas.openxmlformats.org/officeDocument/2006/relationships/notesMaster" Target="/ppt/notesMasters/notesMaster1.xml" Id="R8db672601b0442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b3cf24e5b942bf" /><Relationship Type="http://schemas.openxmlformats.org/officeDocument/2006/relationships/notesMaster" Target="/ppt/notesMasters/notesMaster1.xml" Id="R6cf6b314bc6949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c233d70f834606" /><Relationship Type="http://schemas.openxmlformats.org/officeDocument/2006/relationships/notesMaster" Target="/ppt/notesMasters/notesMaster1.xml" Id="R78fbebea0a5e4c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a56782fbfe4192" /><Relationship Type="http://schemas.openxmlformats.org/officeDocument/2006/relationships/notesMaster" Target="/ppt/notesMasters/notesMaster1.xml" Id="R2dfbda37b98c4d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da27575f874ab1" /><Relationship Type="http://schemas.openxmlformats.org/officeDocument/2006/relationships/notesMaster" Target="/ppt/notesMasters/notesMaster1.xml" Id="R21295e10540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caf5c0ef934da0" /><Relationship Type="http://schemas.openxmlformats.org/officeDocument/2006/relationships/notesMaster" Target="/ppt/notesMasters/notesMaster1.xml" Id="R59638a48947749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10290c30614906" /><Relationship Type="http://schemas.openxmlformats.org/officeDocument/2006/relationships/notesMaster" Target="/ppt/notesMasters/notesMaster1.xml" Id="Rc22671f6d8df48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62a15515bb4a5f" /><Relationship Type="http://schemas.openxmlformats.org/officeDocument/2006/relationships/notesMaster" Target="/ppt/notesMasters/notesMaster1.xml" Id="R6780935646604d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https://github.com/CrisChang/radar-agent</a:t>
            </a:r>
          </a:p>
          <a:p xmlns:a="http://schemas.openxmlformats.org/drawingml/2006/main">
            <a:r>
              <a:t>- Product screenshot captured from the local working MVP.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https://github.com/CrisChang/radar-agent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https://github.com/CrisChang/radar-agent/blob/main/docs/ARCHITECTURE.md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https://github.com/CrisChang/radar-agent/blob/main/lib/discipline.ts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https://github.com/CrisChang/radar-agent</a:t>
            </a:r>
          </a:p>
          <a:p xmlns:a="http://schemas.openxmlformats.org/drawingml/2006/main">
            <a:r>
              <a:t>- https://testnet.arcscan.app/tx/0xb552e86788532a48013355c5165e68bd50b56a24e0dd6ec2a5d28b005e687726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https://testnet.arcscan.app/tx/0xb552e86788532a48013355c5165e68bd50b56a24e0dd6ec2a5d28b005e687726</a:t>
            </a:r>
          </a:p>
          <a:p xmlns:a="http://schemas.openxmlformats.org/drawingml/2006/main">
            <a:r>
              <a:t>- Execution record from agent/state/audit.jsonl.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https://github.com/CrisChang/radar-agent</a:t>
            </a:r>
          </a:p>
          <a:p xmlns:a="http://schemas.openxmlformats.org/drawingml/2006/main">
            <a:r>
              <a:t>- https://radar-agent-arc-2026.chrischang2026.chatgpt.site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https://radar-agent-arc-2026.chrischang2026.chatgpt.site</a:t>
            </a:r>
          </a:p>
          <a:p xmlns:a="http://schemas.openxmlformats.org/drawingml/2006/main">
            <a:r>
              <a:t>- https://github.com/CrisChang/radar-agent</a:t>
            </a:r>
          </a:p>
          <a:p xmlns:a="http://schemas.openxmlformats.org/drawingml/2006/main">
            <a:r>
              <a:t>- https://testnet.arcscan.app/tx/0xb552e86788532a48013355c5165e68bd50b56a24e0dd6ec2a5d28b005e687726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3cda44676c4b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83a9ff11684f2d" /><Relationship Type="http://schemas.openxmlformats.org/officeDocument/2006/relationships/slideLayout" Target="/ppt/slideLayouts/slideLayout1.xml" Id="Rb8103ce5ac4947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103ce5ac4947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11af1a77f4ab5" /><Relationship Type="http://schemas.openxmlformats.org/officeDocument/2006/relationships/image" Target="/ppt/media/image.png" Id="R4ae9779261894bbc" /><Relationship Type="http://schemas.openxmlformats.org/officeDocument/2006/relationships/notesSlide" Target="/ppt/notesSlides/notesSlide1.xml" Id="R9c58c80b6ce043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844421532452c" /><Relationship Type="http://schemas.openxmlformats.org/officeDocument/2006/relationships/notesSlide" Target="/ppt/notesSlides/notesSlide2.xml" Id="R74ddb0c4a02a4a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515b120d14fb0" /><Relationship Type="http://schemas.openxmlformats.org/officeDocument/2006/relationships/notesSlide" Target="/ppt/notesSlides/notesSlide3.xml" Id="R9b9c85c022a54a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ad3ed992494614" /><Relationship Type="http://schemas.openxmlformats.org/officeDocument/2006/relationships/notesSlide" Target="/ppt/notesSlides/notesSlide4.xml" Id="R2ffc75cd926546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9f406f72b42de" /><Relationship Type="http://schemas.openxmlformats.org/officeDocument/2006/relationships/notesSlide" Target="/ppt/notesSlides/notesSlide5.xml" Id="Rfa6dc5faad1d41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6b2cc8de54c8d" /><Relationship Type="http://schemas.openxmlformats.org/officeDocument/2006/relationships/image" Target="/ppt/media/image.jpeg" Id="R245e44b239ed493e" /><Relationship Type="http://schemas.openxmlformats.org/officeDocument/2006/relationships/notesSlide" Target="/ppt/notesSlides/notesSlide6.xml" Id="R1917fcdb08ff4b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2e9e075e74c37" /><Relationship Type="http://schemas.openxmlformats.org/officeDocument/2006/relationships/notesSlide" Target="/ppt/notesSlides/notesSlide7.xml" Id="R3e1b6924def342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33be478214f46" /><Relationship Type="http://schemas.openxmlformats.org/officeDocument/2006/relationships/notesSlide" Target="/ppt/notesSlides/notesSlide8.xml" Id="Rebd2f995d8824ce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B1D703A-761D-4132-AEBF-23D15A22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F437B4D-F93D-4BAE-816F-184C7A78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PROGRAMMABLE MONEY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906568AC-11D4-4181-88A6-548D4BEA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E89DAFA4-095C-4CF7-8396-90BE6C58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D775B51-2A59-4C88-AB18-157380B0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542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Radar Agent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1B5F47A-1591-45A4-A462-11A9AACF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952750"/>
            <a:ext cx="52197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353A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353A38"/>
                </a:solidFill>
                <a:latin typeface="Helvetica Neue"/>
                <a:ea typeface="Helvetica Neue"/>
                <a:cs typeface="Helvetica Neue"/>
              </a:rPr>
              <a:t>Agents buy market signals in USDC, then act through a hard safety layer.</a:t>
            </a:r>
          </a:p>
        </p:txBody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30CFCBC5-4ED7-45E3-92AB-48FEB42D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53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AGENTIC ECONOMY  ·  ARC TESTNET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9779261894bbc"/>
          <a:stretch xmlns:a="http://schemas.openxmlformats.org/drawingml/2006/main"/>
        </p:blipFill>
        <p:spPr>
          <a:xfrm xmlns:a="http://schemas.openxmlformats.org/drawingml/2006/main">
            <a:off x="6267450" y="1716643"/>
            <a:ext cx="5543550" cy="2910364"/>
          </a:xfrm>
          <a:prstGeom xmlns:a="http://schemas.openxmlformats.org/drawingml/2006/main" prst="roundRect">
            <a:avLst>
              <a:gd name="adj" fmla="val 5229"/>
            </a:avLst>
          </a:prstGeom>
        </p:spPr>
      </p:pic>
    </p:spTree>
    <p:extLst>
      <p:ext uri="{BB962C8B-B14F-4D97-AF65-F5344CB8AC3E}">
        <p14:creationId xmlns:p14="http://schemas.microsoft.com/office/powerpoint/2010/main" val="18556553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6FC2171-5B7E-4C15-95B4-9905FBB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B3C327D-339A-4DA9-8F6A-98266272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Agents need a payment rail - and custody boundaries.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4409F4D3-5BE2-4254-98D2-A54F0297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8651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GAP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05EA25C0-E85E-4B06-B2A8-E75356B8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Pay per signal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BAF733E2-FC5A-4339-818D-35F4759B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0151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144C1F6A-DF44-4EC1-999A-B72A8B08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Calling an API is easy. Letting an agent spend and move money is not.</a:t>
            </a:r>
          </a:p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useful autonomous agent needs per-request payment, an explainable decision boundary, and controls that cannot be talked around.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12DC5FD4-A6E7-4E65-9631-E24652C9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Explain every decision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BD0A3177-5F5C-48B9-8D67-C960C30E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247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C4DF127C-5348-43B1-AE9C-7008F57D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Cap every spend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A355FA4C-97EC-41E0-8FD9-4A177AA8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395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25AA8A7D-BDBA-482B-B48A-CF7FB4A3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Prevent replay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BCAE0624-177A-4CC4-8091-0FA4F721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491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EEC7CA61-44DF-41AC-90EA-1D9B3B7C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Trace settlement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3747A8D4-07C3-4B01-920D-C7485184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71541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6892997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79A56DA-5CF5-4CE2-A508-E83319A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79B5FE4-F6B3-4856-8E6A-7D400A3F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closed loop turns information into bounded action.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8EA3034F-1820-4815-A805-0BC8A292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629A474-F669-4AD8-9AD3-254E75E3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10086CD-A711-4BA1-BD0A-EC0AC094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0D8295F0-FCDF-4903-8F48-8C2437EF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· SELL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19FE7A2-2924-463F-B887-C4690F17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· BUY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DDBA9B83-2BC5-454F-94DE-4DBF8AD7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· SETTLE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F82C4615-9732-4BAA-98CE-F8BA9C39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Explainable agent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Pay, evaluate the threshold rule, then authorize or hold.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4BC9EBD-4EAC-4DF6-A4D9-C15896F1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x402 signal API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Recent ETH/BTC movement becomes a $0.001 USDC signal.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A94B9C18-38C7-4C56-AB73-7F3600A3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Circle execution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App Kit moves capped USDC between active and reserve wallets.</a:t>
            </a:r>
          </a:p>
        </p:txBody>
      </p:sp>
    </p:spTree>
    <p:extLst>
      <p:ext uri="{BB962C8B-B14F-4D97-AF65-F5344CB8AC3E}">
        <p14:creationId xmlns:p14="http://schemas.microsoft.com/office/powerpoint/2010/main" val="136812957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EF6E8679-A79C-4AD9-869A-DA2917A9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9D4CAA4F-4802-455F-9F7C-CDBDBC8A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discipline layer - not the model - controls custody.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DEC806D9-A508-4FF4-BDEE-7EDF8FC8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Spending caps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Separate daily limits for signal purchases and treasury moves.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300EE250-EAF3-4D93-8DB3-4983CA75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Replay safety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Deterministic idempotency keys stop duplicate execution.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2DA94D83-71B2-41A7-9C00-728F8163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Position safety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reconciled balance and minimum reserve are mandatory.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82FE8AA-8024-4FBA-8D6B-C956E52C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Breaker + audit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failures halt the agent; every step remains traceable.</a:t>
            </a:r>
          </a:p>
        </p:txBody>
      </p:sp>
    </p:spTree>
    <p:extLst>
      <p:ext uri="{BB962C8B-B14F-4D97-AF65-F5344CB8AC3E}">
        <p14:creationId xmlns:p14="http://schemas.microsoft.com/office/powerpoint/2010/main" val="163616004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B8FA6E3A-1503-4956-8DCA-463FAFC4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F084BA5C-2251-4D4D-A0CE-6013D95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8A106239-234D-49A5-8A9F-3C0AB7F0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D1B6EB98-30FB-4C40-8724-A5C73B78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E5A0EA7B-A95A-4D83-ACA6-293F4E93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MVP is implemented, tested, and funded on testnet.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388B1DB9-FDE7-4B12-91E5-9588A9DB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per x402 signal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2B25F5FB-1D87-4E73-A946-B56A367B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automated tests pass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B332C4A-5A70-4314-9E40-05951CDC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treasury transfer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32628392-1A35-414F-BB19-3EAC3DFA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$0.001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54355B2C-BBC8-4061-96DD-96DC3177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 USDC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5B71E442-845E-4E31-92BF-A7A2E403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 / 5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ECFDAD5D-9BE3-44E8-A0FC-42682864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WORKING PROOF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real paid signal triggered a real guarded treasury rebalance on Arc Testnet.</a:t>
            </a:r>
          </a:p>
        </p:txBody>
      </p:sp>
    </p:spTree>
    <p:extLst>
      <p:ext uri="{BB962C8B-B14F-4D97-AF65-F5344CB8AC3E}">
        <p14:creationId xmlns:p14="http://schemas.microsoft.com/office/powerpoint/2010/main" val="14168025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05BD1ED-5788-4077-A6E0-5CFDFE7E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8E08EEA-2505-403F-9173-F118332A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Real execution, not a mock.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EEF866E9-18B3-4FE4-9A8B-D276A428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CC660099-9409-49F2-BEC2-70789DED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6" name="proof-copy">
            <a:extLst xmlns:a="http://schemas.openxmlformats.org/drawingml/2006/main">
              <a:ext uri="{FF2B5EF4-FFF2-40B4-BE49-F238E27FC236}">
                <a16:creationId xmlns:a16="http://schemas.microsoft.com/office/drawing/2014/main" id="{6F99F693-1E72-43AE-AF93-242F1F53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62150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-180 bps signal at 0.94 confidence passed every guard.</a:t>
            </a:r>
          </a:p>
        </p:txBody>
      </p:sp>
      <p:sp>
        <p:nvSpPr>
          <p:cNvPr id="7" name="proof-detail">
            <a:extLst xmlns:a="http://schemas.openxmlformats.org/drawingml/2006/main">
              <a:ext uri="{FF2B5EF4-FFF2-40B4-BE49-F238E27FC236}">
                <a16:creationId xmlns:a16="http://schemas.microsoft.com/office/drawing/2014/main" id="{6CD26ED3-760C-4851-8345-D4D9FB47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6004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53A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353A38"/>
                </a:solidFill>
                <a:latin typeface="Helvetica Neue"/>
                <a:ea typeface="Helvetica Neue"/>
                <a:cs typeface="Helvetica Neue"/>
              </a:rPr>
              <a:t>x402 payment succeeded. Circle App Kit then moved 1 USDC from the active wallet to reserve. The transaction is public on ArcScan.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5e44b239ed493e"/>
          <a:stretch xmlns:a="http://schemas.openxmlformats.org/drawingml/2006/main"/>
        </p:blipFill>
        <p:spPr>
          <a:xfrm xmlns:a="http://schemas.openxmlformats.org/drawingml/2006/main">
            <a:off x="6267450" y="1679377"/>
            <a:ext cx="5543550" cy="3118247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</p:spTree>
    <p:extLst>
      <p:ext uri="{BB962C8B-B14F-4D97-AF65-F5344CB8AC3E}">
        <p14:creationId xmlns:p14="http://schemas.microsoft.com/office/powerpoint/2010/main" val="147813141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080B744-5579-4A5D-A07A-DDD91274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45D91513-D8DC-46C4-9CB1-4A87399A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full loop is public, testable, and ready.</a:t>
            </a:r>
          </a:p>
        </p:txBody>
      </p:sp>
      <p:graphicFrame>
        <p:nvGraphicFramePr>
          <p:cNvPr id="19" name="Google-Shape-953-p80-4"/>
          <p:cNvGraphicFramePr/>
          <p:nvPr/>
        </p:nvGraphicFramePr>
        <p:xfrm>
          <a:off xmlns:a="http://schemas.openxmlformats.org/drawingml/2006/main" x="393668" y="1379887"/>
          <a:ext xmlns:a="http://schemas.openxmlformats.org/drawingml/2006/main" cx="11404664" cy="461448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0952"/>
                <a:gridCol w="2280952"/>
                <a:gridCol w="2280952"/>
                <a:gridCol w="2280952"/>
                <a:gridCol w="2280952"/>
              </a:tblGrid>
              <a:tr h="4614482">
                <a:tc>
                  <a:txBody>
                    <a:bodyPr/>
                    <a:lstStyle/>
                    <a:p>
                      <a:r>
                        <a:t>BUILD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WALLETS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PAY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ACT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PROVE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Google-Shape-955-p80-5">
            <a:extLst xmlns:a="http://schemas.openxmlformats.org/drawingml/2006/main">
              <a:ext uri="{FF2B5EF4-FFF2-40B4-BE49-F238E27FC236}">
                <a16:creationId xmlns:a16="http://schemas.microsoft.com/office/drawing/2014/main" id="{526DA92E-7CCD-4BB1-982C-FFE036F5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733" y="4107752"/>
            <a:ext cx="4562666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Google-Shape-955-p80-5">
            <a:extLst xmlns:a="http://schemas.openxmlformats.org/drawingml/2006/main">
              <a:ext uri="{FF2B5EF4-FFF2-40B4-BE49-F238E27FC236}">
                <a16:creationId xmlns:a16="http://schemas.microsoft.com/office/drawing/2014/main" id="{D14F2A17-AAE7-4F91-ADCE-DAA84344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733" y="4107752"/>
            <a:ext cx="4562666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 treasury transfer</a:t>
            </a:r>
          </a:p>
        </p:txBody>
      </p:sp>
      <p:sp>
        <p:nvSpPr>
          <p:cNvPr id="6" name="Google-Shape-957-p80-6">
            <a:extLst xmlns:a="http://schemas.openxmlformats.org/drawingml/2006/main">
              <a:ext uri="{FF2B5EF4-FFF2-40B4-BE49-F238E27FC236}">
                <a16:creationId xmlns:a16="http://schemas.microsoft.com/office/drawing/2014/main" id="{CDC8E86F-3922-49FC-A592-3C583A01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073" y="5478399"/>
            <a:ext cx="11026712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Google-Shape-957-p80-6">
            <a:extLst xmlns:a="http://schemas.openxmlformats.org/drawingml/2006/main">
              <a:ext uri="{FF2B5EF4-FFF2-40B4-BE49-F238E27FC236}">
                <a16:creationId xmlns:a16="http://schemas.microsoft.com/office/drawing/2014/main" id="{E7495A25-8F96-4AFE-ACE0-6EBA5BB6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073" y="5478399"/>
            <a:ext cx="11026712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Public demo + video + deck</a:t>
            </a:r>
          </a:p>
        </p:txBody>
      </p:sp>
      <p:sp>
        <p:nvSpPr>
          <p:cNvPr id="8" name="Google-Shape-960-p80-7">
            <a:extLst xmlns:a="http://schemas.openxmlformats.org/drawingml/2006/main">
              <a:ext uri="{FF2B5EF4-FFF2-40B4-BE49-F238E27FC236}">
                <a16:creationId xmlns:a16="http://schemas.microsoft.com/office/drawing/2014/main" id="{DE6AAA71-BD96-41F4-A523-264DEC20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750" y="4754975"/>
            <a:ext cx="4088035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9" name="Google-Shape-960-p80-7">
            <a:extLst xmlns:a="http://schemas.openxmlformats.org/drawingml/2006/main">
              <a:ext uri="{FF2B5EF4-FFF2-40B4-BE49-F238E27FC236}">
                <a16:creationId xmlns:a16="http://schemas.microsoft.com/office/drawing/2014/main" id="{5BA083A7-7344-4EF4-9141-206C12E9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750" y="4754975"/>
            <a:ext cx="4088035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Verified proof replay</a:t>
            </a:r>
          </a:p>
        </p:txBody>
      </p:sp>
      <p:sp>
        <p:nvSpPr>
          <p:cNvPr id="10" name="Google-Shape-963-p80-8">
            <a:extLst xmlns:a="http://schemas.openxmlformats.org/drawingml/2006/main">
              <a:ext uri="{FF2B5EF4-FFF2-40B4-BE49-F238E27FC236}">
                <a16:creationId xmlns:a16="http://schemas.microsoft.com/office/drawing/2014/main" id="{955273BE-955F-449F-A511-6E2E2BE9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3403187"/>
            <a:ext cx="8790813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1" name="Google-Shape-963-p80-8">
            <a:extLst xmlns:a="http://schemas.openxmlformats.org/drawingml/2006/main">
              <a:ext uri="{FF2B5EF4-FFF2-40B4-BE49-F238E27FC236}">
                <a16:creationId xmlns:a16="http://schemas.microsoft.com/office/drawing/2014/main" id="{28FF4C50-D2C5-40C8-AAA9-E8E2B5C2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3403187"/>
            <a:ext cx="8790813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x402 paid signal</a:t>
            </a:r>
          </a:p>
        </p:txBody>
      </p:sp>
      <p:sp>
        <p:nvSpPr>
          <p:cNvPr id="12" name="Google-Shape-966-p80-9">
            <a:extLst xmlns:a="http://schemas.openxmlformats.org/drawingml/2006/main">
              <a:ext uri="{FF2B5EF4-FFF2-40B4-BE49-F238E27FC236}">
                <a16:creationId xmlns:a16="http://schemas.microsoft.com/office/drawing/2014/main" id="{3654BB4C-30D9-48E0-A7E5-09F99B01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2698528"/>
            <a:ext cx="6408515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3" name="Google-Shape-966-p80-9">
            <a:extLst xmlns:a="http://schemas.openxmlformats.org/drawingml/2006/main">
              <a:ext uri="{FF2B5EF4-FFF2-40B4-BE49-F238E27FC236}">
                <a16:creationId xmlns:a16="http://schemas.microsoft.com/office/drawing/2014/main" id="{B01EEFCA-9425-4FD7-A407-19798CD3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2698528"/>
            <a:ext cx="6408515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Circle wallet setup</a:t>
            </a:r>
          </a:p>
        </p:txBody>
      </p:sp>
      <p:sp>
        <p:nvSpPr>
          <p:cNvPr id="14" name="Google-Shape-969-p80-10">
            <a:extLst xmlns:a="http://schemas.openxmlformats.org/drawingml/2006/main">
              <a:ext uri="{FF2B5EF4-FFF2-40B4-BE49-F238E27FC236}">
                <a16:creationId xmlns:a16="http://schemas.microsoft.com/office/drawing/2014/main" id="{345FED60-1CB7-4669-81E3-F7A27F05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" y="1975104"/>
            <a:ext cx="4185190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5" name="Google-Shape-969-p80-10">
            <a:extLst xmlns:a="http://schemas.openxmlformats.org/drawingml/2006/main">
              <a:ext uri="{FF2B5EF4-FFF2-40B4-BE49-F238E27FC236}">
                <a16:creationId xmlns:a16="http://schemas.microsoft.com/office/drawing/2014/main" id="{47C82B9B-29E6-4165-B5E8-7C81C7DF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" y="1975104"/>
            <a:ext cx="4185190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MVP + discipline</a:t>
            </a:r>
          </a:p>
        </p:txBody>
      </p:sp>
      <p:sp>
        <p:nvSpPr>
          <p:cNvPr id="16" name="live-url">
            <a:extLst xmlns:a="http://schemas.openxmlformats.org/drawingml/2006/main">
              <a:ext uri="{FF2B5EF4-FFF2-40B4-BE49-F238E27FC236}">
                <a16:creationId xmlns:a16="http://schemas.microsoft.com/office/drawing/2014/main" id="{B041C7F4-E9D8-4F30-BB75-0F752451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9825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https://radar-agent-arc-2026.chrischang2026.chatgpt.site</a:t>
            </a:r>
          </a:p>
        </p:txBody>
      </p:sp>
    </p:spTree>
    <p:extLst>
      <p:ext uri="{BB962C8B-B14F-4D97-AF65-F5344CB8AC3E}">
        <p14:creationId xmlns:p14="http://schemas.microsoft.com/office/powerpoint/2010/main" val="13799320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B7F65108-4DD7-4CE7-BAA5-88BB82F0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Pay. Decide. Settle on Arc.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7D60C5C-173F-4ADD-9BAE-31D75ACF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5010150"/>
            <a:ext cx="1066800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Live · radar-agent-arc-2026.chrischang2026.chatgpt.site</a:t>
            </a:r>
          </a:p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Video · /demo</a:t>
            </a:r>
          </a:p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GitHub · CrisChang/radar-agent   |   ArcScan · 0xb552…7726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AD2BAB8-FB3C-4681-ACB9-D94ED6F4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RADAR AGENT</a:t>
            </a:r>
          </a:p>
        </p:txBody>
      </p:sp>
    </p:spTree>
    <p:extLst>
      <p:ext uri="{BB962C8B-B14F-4D97-AF65-F5344CB8AC3E}">
        <p14:creationId xmlns:p14="http://schemas.microsoft.com/office/powerpoint/2010/main" val="9803776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2026-08-06T18:07:36.9460000Z</dcterms:created>
  <dcterms:modified xsi:type="dcterms:W3CDTF">2026-08-06T18:07:36.9460000Z</dcterms:modified>
</coreProperties>
</file>